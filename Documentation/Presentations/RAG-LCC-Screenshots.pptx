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3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488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124EC-3CF1-49AD-AA11-5B90CF23B8DA}" type="datetimeFigureOut">
              <a:rPr lang="de-CH" smtClean="0"/>
              <a:t>01.07.2026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C47FD-A40C-43C3-85FC-12B6DBE18F6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2529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124EC-3CF1-49AD-AA11-5B90CF23B8DA}" type="datetimeFigureOut">
              <a:rPr lang="de-CH" smtClean="0"/>
              <a:t>01.07.2026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C47FD-A40C-43C3-85FC-12B6DBE18F6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87304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124EC-3CF1-49AD-AA11-5B90CF23B8DA}" type="datetimeFigureOut">
              <a:rPr lang="de-CH" smtClean="0"/>
              <a:t>01.07.2026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C47FD-A40C-43C3-85FC-12B6DBE18F6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90382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124EC-3CF1-49AD-AA11-5B90CF23B8DA}" type="datetimeFigureOut">
              <a:rPr lang="de-CH" smtClean="0"/>
              <a:t>01.07.2026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C47FD-A40C-43C3-85FC-12B6DBE18F6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62270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124EC-3CF1-49AD-AA11-5B90CF23B8DA}" type="datetimeFigureOut">
              <a:rPr lang="de-CH" smtClean="0"/>
              <a:t>01.07.2026</a:t>
            </a:fld>
            <a:endParaRPr lang="de-C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C47FD-A40C-43C3-85FC-12B6DBE18F6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37459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124EC-3CF1-49AD-AA11-5B90CF23B8DA}" type="datetimeFigureOut">
              <a:rPr lang="de-CH" smtClean="0"/>
              <a:t>01.07.2026</a:t>
            </a:fld>
            <a:endParaRPr lang="de-C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C47FD-A40C-43C3-85FC-12B6DBE18F6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91306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124EC-3CF1-49AD-AA11-5B90CF23B8DA}" type="datetimeFigureOut">
              <a:rPr lang="de-CH" smtClean="0"/>
              <a:t>01.07.2026</a:t>
            </a:fld>
            <a:endParaRPr lang="de-C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C47FD-A40C-43C3-85FC-12B6DBE18F6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63477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124EC-3CF1-49AD-AA11-5B90CF23B8DA}" type="datetimeFigureOut">
              <a:rPr lang="de-CH" smtClean="0"/>
              <a:t>01.07.2026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C47FD-A40C-43C3-85FC-12B6DBE18F6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84717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124EC-3CF1-49AD-AA11-5B90CF23B8DA}" type="datetimeFigureOut">
              <a:rPr lang="de-CH" smtClean="0"/>
              <a:t>01.07.2026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C47FD-A40C-43C3-85FC-12B6DBE18F6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1574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124EC-3CF1-49AD-AA11-5B90CF23B8DA}" type="datetimeFigureOut">
              <a:rPr lang="de-CH" smtClean="0"/>
              <a:t>01.07.2026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C47FD-A40C-43C3-85FC-12B6DBE18F6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91496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124EC-3CF1-49AD-AA11-5B90CF23B8DA}" type="datetimeFigureOut">
              <a:rPr lang="de-CH" smtClean="0"/>
              <a:t>01.07.2026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C47FD-A40C-43C3-85FC-12B6DBE18F6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5139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F4F124EC-3CF1-49AD-AA11-5B90CF23B8DA}" type="datetimeFigureOut">
              <a:rPr lang="de-CH" smtClean="0"/>
              <a:t>01.07.2026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1A8C47FD-A40C-43C3-85FC-12B6DBE18F6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371397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D3EC2B-8C2E-8DAD-D75A-90DA611BAF55}"/>
              </a:ext>
            </a:extLst>
          </p:cNvPr>
          <p:cNvSpPr txBox="1"/>
          <p:nvPr/>
        </p:nvSpPr>
        <p:spPr>
          <a:xfrm>
            <a:off x="42779" y="181629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sz="1200" dirty="0">
                <a:highlight>
                  <a:srgbClr val="808080"/>
                </a:highlight>
              </a:rPr>
              <a:t> </a:t>
            </a:r>
            <a:r>
              <a:rPr lang="de-CH" sz="1200" dirty="0" err="1">
                <a:highlight>
                  <a:srgbClr val="808080"/>
                </a:highlight>
              </a:rPr>
              <a:t>python</a:t>
            </a:r>
            <a:r>
              <a:rPr lang="de-CH" sz="1200" dirty="0">
                <a:highlight>
                  <a:srgbClr val="808080"/>
                </a:highlight>
              </a:rPr>
              <a:t> .\src\Apps\DocClassify.py --</a:t>
            </a:r>
            <a:r>
              <a:rPr lang="de-CH" sz="1200" dirty="0" err="1">
                <a:highlight>
                  <a:srgbClr val="808080"/>
                </a:highlight>
              </a:rPr>
              <a:t>doc</a:t>
            </a:r>
            <a:r>
              <a:rPr lang="de-CH" sz="1200" dirty="0">
                <a:highlight>
                  <a:srgbClr val="808080"/>
                </a:highlight>
              </a:rPr>
              <a:t>-dir </a:t>
            </a:r>
            <a:r>
              <a:rPr lang="de-CH" sz="1200" dirty="0" err="1">
                <a:highlight>
                  <a:srgbClr val="808080"/>
                </a:highlight>
              </a:rPr>
              <a:t>TestDocs</a:t>
            </a:r>
            <a:r>
              <a:rPr lang="de-CH" sz="1200" dirty="0">
                <a:highlight>
                  <a:srgbClr val="808080"/>
                </a:highlight>
              </a:rPr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F2C879-8923-8753-E762-5A87B5E0DA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20" y="642676"/>
            <a:ext cx="11694695" cy="4582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331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6645090-BF61-4935-3417-72BA8736E91A}"/>
              </a:ext>
            </a:extLst>
          </p:cNvPr>
          <p:cNvSpPr txBox="1"/>
          <p:nvPr/>
        </p:nvSpPr>
        <p:spPr>
          <a:xfrm>
            <a:off x="1" y="194452"/>
            <a:ext cx="12293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sz="1400" dirty="0" err="1">
                <a:highlight>
                  <a:srgbClr val="808080"/>
                </a:highlight>
              </a:rPr>
              <a:t>python</a:t>
            </a:r>
            <a:r>
              <a:rPr lang="de-CH" sz="1400" dirty="0">
                <a:highlight>
                  <a:srgbClr val="808080"/>
                </a:highlight>
              </a:rPr>
              <a:t> .\src\Apps\RAGLoad.py --</a:t>
            </a:r>
            <a:r>
              <a:rPr lang="de-CH" sz="1400" dirty="0" err="1">
                <a:highlight>
                  <a:srgbClr val="808080"/>
                </a:highlight>
              </a:rPr>
              <a:t>doc</a:t>
            </a:r>
            <a:r>
              <a:rPr lang="de-CH" sz="1400" dirty="0">
                <a:highlight>
                  <a:srgbClr val="808080"/>
                </a:highlight>
              </a:rPr>
              <a:t>-dir </a:t>
            </a:r>
            <a:r>
              <a:rPr lang="de-CH" sz="1400" dirty="0" err="1">
                <a:highlight>
                  <a:srgbClr val="808080"/>
                </a:highlight>
              </a:rPr>
              <a:t>TestDocs</a:t>
            </a:r>
            <a:r>
              <a:rPr lang="de-CH" sz="1400" dirty="0">
                <a:highlight>
                  <a:srgbClr val="808080"/>
                </a:highlight>
              </a:rPr>
              <a:t> --</a:t>
            </a:r>
            <a:r>
              <a:rPr lang="de-CH" sz="1400" dirty="0" err="1">
                <a:highlight>
                  <a:srgbClr val="808080"/>
                </a:highlight>
              </a:rPr>
              <a:t>collection</a:t>
            </a:r>
            <a:r>
              <a:rPr lang="de-CH" sz="1400" dirty="0">
                <a:highlight>
                  <a:srgbClr val="808080"/>
                </a:highlight>
              </a:rPr>
              <a:t> </a:t>
            </a:r>
            <a:r>
              <a:rPr lang="de-CH" sz="1400" dirty="0" err="1">
                <a:highlight>
                  <a:srgbClr val="808080"/>
                </a:highlight>
              </a:rPr>
              <a:t>AnimalDocs</a:t>
            </a:r>
            <a:r>
              <a:rPr lang="de-CH" sz="1400" dirty="0">
                <a:highlight>
                  <a:srgbClr val="808080"/>
                </a:highlight>
              </a:rPr>
              <a:t> --</a:t>
            </a:r>
            <a:r>
              <a:rPr lang="de-CH" sz="1400" dirty="0" err="1">
                <a:highlight>
                  <a:srgbClr val="808080"/>
                </a:highlight>
              </a:rPr>
              <a:t>load-from-classify-csv</a:t>
            </a:r>
            <a:r>
              <a:rPr lang="de-CH" sz="1400" dirty="0">
                <a:highlight>
                  <a:srgbClr val="808080"/>
                </a:highlight>
              </a:rPr>
              <a:t> logs\DocClassify\DocClassify_OK_20260528_103549.csv</a:t>
            </a:r>
          </a:p>
          <a:p>
            <a:r>
              <a:rPr lang="de-CH" sz="1400" dirty="0">
                <a:highlight>
                  <a:srgbClr val="808080"/>
                </a:highlight>
              </a:rPr>
              <a:t> --</a:t>
            </a:r>
            <a:r>
              <a:rPr lang="de-CH" sz="1400" dirty="0" err="1">
                <a:highlight>
                  <a:srgbClr val="808080"/>
                </a:highlight>
              </a:rPr>
              <a:t>classify-csv-query</a:t>
            </a:r>
            <a:r>
              <a:rPr lang="de-CH" sz="1400" dirty="0">
                <a:highlight>
                  <a:srgbClr val="808080"/>
                </a:highlight>
              </a:rPr>
              <a:t> "</a:t>
            </a:r>
            <a:r>
              <a:rPr lang="de-CH" sz="1400" dirty="0" err="1">
                <a:highlight>
                  <a:srgbClr val="808080"/>
                </a:highlight>
              </a:rPr>
              <a:t>Mammal</a:t>
            </a:r>
            <a:r>
              <a:rPr lang="de-CH" sz="1400" dirty="0">
                <a:highlight>
                  <a:srgbClr val="808080"/>
                </a:highlight>
              </a:rPr>
              <a:t> LIKE '%%Yes%%' AND Language = 'English’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3637F06-B8F4-E2EE-56C7-A05833B70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7" y="883283"/>
            <a:ext cx="10325631" cy="1358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676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B611C10-F54B-DD7F-057B-3320FB91C3BC}"/>
              </a:ext>
            </a:extLst>
          </p:cNvPr>
          <p:cNvSpPr txBox="1"/>
          <p:nvPr/>
        </p:nvSpPr>
        <p:spPr>
          <a:xfrm>
            <a:off x="224588" y="-63817"/>
            <a:ext cx="79675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dirty="0">
                <a:highlight>
                  <a:srgbClr val="808080"/>
                </a:highlight>
              </a:rPr>
              <a:t> </a:t>
            </a:r>
            <a:r>
              <a:rPr lang="de-CH" sz="1400" dirty="0" err="1">
                <a:highlight>
                  <a:srgbClr val="808080"/>
                </a:highlight>
              </a:rPr>
              <a:t>python</a:t>
            </a:r>
            <a:r>
              <a:rPr lang="de-CH" sz="1400" dirty="0">
                <a:highlight>
                  <a:srgbClr val="808080"/>
                </a:highlight>
              </a:rPr>
              <a:t> .\src\Apps\RagChat.py --</a:t>
            </a:r>
            <a:r>
              <a:rPr lang="de-CH" sz="1400" dirty="0" err="1">
                <a:highlight>
                  <a:srgbClr val="808080"/>
                </a:highlight>
              </a:rPr>
              <a:t>doc</a:t>
            </a:r>
            <a:r>
              <a:rPr lang="de-CH" sz="1400" dirty="0">
                <a:highlight>
                  <a:srgbClr val="808080"/>
                </a:highlight>
              </a:rPr>
              <a:t>-dir </a:t>
            </a:r>
            <a:r>
              <a:rPr lang="de-CH" sz="1400" dirty="0" err="1">
                <a:highlight>
                  <a:srgbClr val="808080"/>
                </a:highlight>
              </a:rPr>
              <a:t>TestDocs</a:t>
            </a:r>
            <a:r>
              <a:rPr lang="de-CH" sz="1400" dirty="0">
                <a:highlight>
                  <a:srgbClr val="808080"/>
                </a:highlight>
              </a:rPr>
              <a:t> --</a:t>
            </a:r>
            <a:r>
              <a:rPr lang="de-CH" sz="1400" dirty="0" err="1">
                <a:highlight>
                  <a:srgbClr val="808080"/>
                </a:highlight>
              </a:rPr>
              <a:t>collection</a:t>
            </a:r>
            <a:r>
              <a:rPr lang="de-CH" sz="1400" dirty="0">
                <a:highlight>
                  <a:srgbClr val="808080"/>
                </a:highlight>
              </a:rPr>
              <a:t> </a:t>
            </a:r>
            <a:r>
              <a:rPr lang="de-CH" sz="1400" dirty="0" err="1">
                <a:highlight>
                  <a:srgbClr val="808080"/>
                </a:highlight>
              </a:rPr>
              <a:t>AnimalDoc</a:t>
            </a:r>
            <a:endParaRPr lang="de-CH" sz="1400" dirty="0">
              <a:highlight>
                <a:srgbClr val="808080"/>
              </a:highlight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8C763FC-91DF-3F1A-5AE0-DC07F8F48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" y="305515"/>
            <a:ext cx="11587746" cy="68848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D4021B3-405E-737D-BB41-308CF26E01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" y="1011646"/>
            <a:ext cx="11587746" cy="5846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830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B426C5-76B7-EF7E-667B-535763A24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68" y="135060"/>
            <a:ext cx="9790263" cy="82998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25D4F65-D2C3-0CFD-0258-9D182566B2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968" y="965046"/>
            <a:ext cx="9790263" cy="5891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715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C3969C8-F64A-BA84-6748-9D8C3C9BBD94}"/>
              </a:ext>
            </a:extLst>
          </p:cNvPr>
          <p:cNvSpPr txBox="1"/>
          <p:nvPr/>
        </p:nvSpPr>
        <p:spPr>
          <a:xfrm>
            <a:off x="363620" y="12815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dirty="0"/>
              <a:t> </a:t>
            </a:r>
            <a:r>
              <a:rPr lang="de-CH" sz="1400" dirty="0" err="1">
                <a:highlight>
                  <a:srgbClr val="808080"/>
                </a:highlight>
              </a:rPr>
              <a:t>python</a:t>
            </a:r>
            <a:r>
              <a:rPr lang="de-CH" sz="1400" dirty="0">
                <a:highlight>
                  <a:srgbClr val="808080"/>
                </a:highlight>
              </a:rPr>
              <a:t> .\src\Apps\RagChatService.py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D52E823-B1D2-860D-D221-3265111D97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874" y="507851"/>
            <a:ext cx="10086892" cy="6221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613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2FE733-D0C7-B7A8-7991-7A05B3396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762" y="0"/>
            <a:ext cx="76604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580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D33BA3-C9D2-597D-7ABA-BD5494BC8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768" y="0"/>
            <a:ext cx="90458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965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541BFE-11D2-E7D7-4A0E-A0A6DA9509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9258" y="0"/>
            <a:ext cx="92534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7815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81</Words>
  <Application>Microsoft Office PowerPoint</Application>
  <PresentationFormat>Widescreen</PresentationFormat>
  <Paragraphs>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Markus Pfister</dc:creator>
  <cp:lastModifiedBy>Markus Pfister</cp:lastModifiedBy>
  <cp:revision>8</cp:revision>
  <dcterms:created xsi:type="dcterms:W3CDTF">2026-05-28T12:37:42Z</dcterms:created>
  <dcterms:modified xsi:type="dcterms:W3CDTF">2026-07-01T08:05:34Z</dcterms:modified>
</cp:coreProperties>
</file>
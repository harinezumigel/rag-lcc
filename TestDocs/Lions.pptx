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Lions: The King of the Savanna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Lions (Panthera leo) are the only truly social cats, living in groups called prides. A typical pride consists of 5-15 related females, their cubs, and 1-3 resident males. Lions are apex predators found primarily in sub-Saharan Africa.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Physical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Male lions weigh between 150-250 kg and are distinguished by their iconic mane. Females are smaller at 120-180 kg but are the primary hunters. Lions can reach speeds of up to 80 km/h in short bursts and have retractable claws. Their roar can be heard from 8 km away.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Hunting and Diet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Lions are cooperative hunters, working together to bring down large prey such as zebra, wildebeest, and buffalo. Females do most of the hunting, typically at night. A lion can consume up to 30 kg of meat in a single feeding. They spend 16-20 hours per day resting and sleeping.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Conservation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Lions are classified as Vulnerable by the IUCN. The wild population has declined by approximately 43% over the past 21 years. Fewer than 25,000 lions remain in Africa. Major threats include habitat loss, human-wildlife conflict, and poaching. Conservation programs focus on protected areas and community-based management.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Lion Cubs and Reproduction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Gestation lasts about 110 days, producing litters of 1-4 cubs. Cubs are born blind and weigh about 1.5 kg. They are weaned at 6-7 months but may stay with the pride for up to 3 years. Cub mortality is high, with only about 50% surviving the first year due to predation and infanticide.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